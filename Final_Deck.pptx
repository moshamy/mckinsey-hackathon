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Expansion into selected GCC markets</a:t>
            </a:r>
          </a:p>
          <a:p>
            <a:pPr/>
            <a:r>
              <a:t>Primary focus on Saudi Arabia and UAE</a:t>
            </a:r>
          </a:p>
          <a:p>
            <a:pPr/>
            <a:r>
              <a:t>Secondary options in Qatar and Kuwait</a:t>
            </a:r>
          </a:p>
          <a:p>
            <a:pPr/>
            <a:r>
              <a:t>Leverage demographic growth, brand, and capabilities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Gaps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Rationale for choosing Riyadh and Dubai</a:t>
            </a:r>
          </a:p>
          <a:p>
            <a:pPr/>
            <a:r>
              <a:t>Distinctive edge against local incumbents</a:t>
            </a:r>
          </a:p>
          <a:p>
            <a:pPr/>
            <a:r>
              <a:t>Plan for downside protection</a:t>
            </a:r>
          </a:p>
          <a:p>
            <a:pPr/>
            <a:r>
              <a:t>Explanation of the partnership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Framing the opportunity in the GCC region</a:t>
            </a:r>
          </a:p>
          <a:p>
            <a:pPr/>
            <a:r>
              <a:t>Acknowledging key risks and proposing mitigations</a:t>
            </a:r>
          </a:p>
          <a:p>
            <a:pPr/>
            <a:r>
              <a:t>Presenting the company's distinctive edge</a:t>
            </a:r>
          </a:p>
          <a:p>
            <a:pPr/>
            <a:r>
              <a:t>Detailing the partnership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