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Strategic objective: Expansion into the GCC residential real estate market</a:t>
            </a:r>
          </a:p>
          <a:p>
            <a:pPr/>
            <a:r>
              <a:t>Initial focus: Saudi Arabia (Riyadh, Jeddah) and UAE (Dubai, Abu Dhabi)</a:t>
            </a:r>
          </a:p>
          <a:p>
            <a:pPr/>
            <a:r>
              <a:t>Growth potential driven by demographic trends, urbanization, and government initiatives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Right to Win &amp;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Company's unique position: Experience, brand reputation, and ability to cater to target customer segments</a:t>
            </a:r>
          </a:p>
          <a:p>
            <a:pPr/>
            <a:r>
              <a:t>Phased market entry plan: Starting with pilot projects in Riyadh and Dubai</a:t>
            </a:r>
          </a:p>
          <a:p>
            <a:pPr/>
            <a:r>
              <a:t>Importance of local partnerships and approach to finding and working with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Risks, Mitigations &amp; Financials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Potential risks: Regulatory delays, demand shocks, execution risks</a:t>
            </a:r>
          </a:p>
          <a:p>
            <a:pPr/>
            <a:r>
              <a:t>Company's strategies for mitigating these risks</a:t>
            </a:r>
          </a:p>
          <a:p>
            <a:pPr/>
            <a:r>
              <a:t>Expected financials: Average selling prices, gross margin targets, initial capital requirements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